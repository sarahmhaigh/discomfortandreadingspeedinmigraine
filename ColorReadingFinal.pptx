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6" r:id="rId2"/>
    <p:sldId id="270" r:id="rId3"/>
    <p:sldId id="271" r:id="rId4"/>
    <p:sldId id="333" r:id="rId5"/>
    <p:sldId id="335" r:id="rId6"/>
    <p:sldId id="382" r:id="rId7"/>
    <p:sldId id="339" r:id="rId8"/>
    <p:sldId id="383" r:id="rId9"/>
    <p:sldId id="384" r:id="rId10"/>
    <p:sldId id="381" r:id="rId11"/>
    <p:sldId id="341" r:id="rId12"/>
    <p:sldId id="385" r:id="rId13"/>
    <p:sldId id="343" r:id="rId14"/>
    <p:sldId id="386" r:id="rId15"/>
    <p:sldId id="373" r:id="rId16"/>
    <p:sldId id="390" r:id="rId17"/>
    <p:sldId id="359" r:id="rId18"/>
    <p:sldId id="396" r:id="rId19"/>
    <p:sldId id="369" r:id="rId20"/>
    <p:sldId id="388" r:id="rId21"/>
    <p:sldId id="347" r:id="rId22"/>
    <p:sldId id="387" r:id="rId23"/>
    <p:sldId id="355" r:id="rId24"/>
    <p:sldId id="394" r:id="rId25"/>
    <p:sldId id="368" r:id="rId26"/>
    <p:sldId id="397" r:id="rId27"/>
    <p:sldId id="398" r:id="rId28"/>
    <p:sldId id="392" r:id="rId29"/>
    <p:sldId id="353" r:id="rId30"/>
    <p:sldId id="389" r:id="rId31"/>
    <p:sldId id="399" r:id="rId32"/>
    <p:sldId id="400" r:id="rId33"/>
    <p:sldId id="365" r:id="rId34"/>
    <p:sldId id="401" r:id="rId35"/>
    <p:sldId id="363" r:id="rId36"/>
    <p:sldId id="391" r:id="rId37"/>
    <p:sldId id="351" r:id="rId38"/>
    <p:sldId id="402" r:id="rId39"/>
    <p:sldId id="379" r:id="rId40"/>
    <p:sldId id="393" r:id="rId41"/>
    <p:sldId id="403" r:id="rId42"/>
    <p:sldId id="404" r:id="rId43"/>
    <p:sldId id="380" r:id="rId44"/>
    <p:sldId id="410" r:id="rId45"/>
    <p:sldId id="406" r:id="rId46"/>
    <p:sldId id="407" r:id="rId47"/>
    <p:sldId id="408" r:id="rId48"/>
    <p:sldId id="409" r:id="rId49"/>
    <p:sldId id="367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08A6A-BCCF-64F5-26D2-CFAA93DB65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EA3A2-07E0-4844-D640-2F99A39C8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A97B1-BAAE-2393-C5F5-9F4431DEC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B3CA-51DC-4A06-A1C5-65F06D277A1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D8F7D-11B2-82BB-C900-C69B28DC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49D11-02EB-3B91-6989-864279E7C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8BC5-7776-4838-B8A3-337282F02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67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78EFF-EA07-DF1B-C4EC-B22E19C0E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322E1-0B1D-377E-6DC3-5A9C563EF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E61C3-2D4E-6AEB-5E26-FA45E7C2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B3CA-51DC-4A06-A1C5-65F06D277A1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2596A-3196-494F-5568-C297ED9C4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EB48B-54BC-C6B6-2670-2578AB9AA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8BC5-7776-4838-B8A3-337282F02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20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71AC5-E623-12B1-EE39-F260297F0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45E72-8635-2A60-36F6-8DF8B9165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C0182-9D55-E1BE-4617-BECEDFAFA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B3CA-51DC-4A06-A1C5-65F06D277A1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2482D-D5CC-E25F-DA8B-D173736F1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18990-B228-FCD0-6698-CB287D5B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8BC5-7776-4838-B8A3-337282F02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25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5F110-2B44-31AE-7439-4B75CC791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F95EC-ED99-8B3B-2EE8-F5BE140CE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786BA5-6C4D-94E8-1240-4B605199B9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9B53E-1AD5-7BC2-C52E-D803025A7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B3CA-51DC-4A06-A1C5-65F06D277A1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9A21E-9740-CF79-1E65-014A12197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20ED6-C13E-2B2C-1A44-F15289005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8BC5-7776-4838-B8A3-337282F02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580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EAAC4-A920-B730-721B-5FAF81FD9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CB822-51F3-8162-0883-646AD454B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4BCC3C-4F33-84C6-DD8C-831D8F13F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689EA7-26A4-3F43-9D7E-D208FBDBE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A17EDD-9139-F62A-CE20-18222466A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227EE7-437C-D181-A771-9AF9F0181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B3CA-51DC-4A06-A1C5-65F06D277A1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A5D5AE-D0DB-25B2-CA14-E845D5A4E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C1F4AD-C9B0-A811-65CB-F8150EBC2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8BC5-7776-4838-B8A3-337282F02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02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91573-E588-97A4-71B5-49BBE5CB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7E13AF-C600-4AE3-E857-6E429630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B3CA-51DC-4A06-A1C5-65F06D277A1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C539B-C7D5-995D-E79B-9038099B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D9A41-1013-2FA1-68C8-75B2AEA81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8BC5-7776-4838-B8A3-337282F02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049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7F0D52-621C-BB25-7F4F-6C785C8F8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B3CA-51DC-4A06-A1C5-65F06D277A1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62B192-EBA0-610B-F565-43A202D78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09A20-0535-C7AF-56B8-0041F918D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8BC5-7776-4838-B8A3-337282F02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23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B920D-1B15-DB5F-9E34-C61F69CF7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86381-3185-B6E5-F1F7-FE48CC355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F1567-7B9C-180E-E503-B5EFF612D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A32889-7DEA-4C31-C5B9-86A166A6E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B3CA-51DC-4A06-A1C5-65F06D277A1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23256-AEA1-472F-9250-81993D261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E6D56-EC68-4352-C7FD-5CEA7326F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8BC5-7776-4838-B8A3-337282F02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0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5FE9C-A78E-AF5F-0D98-691A57347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430674-AC63-62A4-84E9-EF09080D8F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C77408-F554-505E-7523-3254A212C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198ED-9F0E-4D00-5A4F-B57BD878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B3CA-51DC-4A06-A1C5-65F06D277A1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10B67-9ADD-BCB5-BA04-7CD512525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30757-21B0-A740-50BC-0F67968AE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8BC5-7776-4838-B8A3-337282F02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233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FE632-D7C3-2F0C-3165-00A9A3F07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A45A4-B9E1-A5B9-B2EE-348064870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38352-A1E1-9F92-A9BB-ACF5352F6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B3CA-51DC-4A06-A1C5-65F06D277A1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E2998-8334-06A9-2E62-BBFBA7F5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4B477-F599-B708-8089-EFEA20814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8BC5-7776-4838-B8A3-337282F02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058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762A96-3056-38D2-33E8-F0DD45523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68A7E9-5769-575E-0F74-E5B43B655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4C5C3-8598-7AFA-7A70-0C907316E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4B3CA-51DC-4A06-A1C5-65F06D277A1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1F028-07B0-9888-4DBC-A3A458303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5DD28-BA33-6DB9-CD85-97654B8E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58BC5-7776-4838-B8A3-337282F02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6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D1176-88BE-6CF0-4BDD-37F6170FE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02C5A-B3CC-DF96-1DD3-54B543283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E4E65-2E72-56DC-A421-8FBF0A635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4B3CA-51DC-4A06-A1C5-65F06D277A1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BDCDC-77B5-162E-9885-EE2B6DE14F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CDA7C-6CFF-902C-1B7B-574E0B869B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58BC5-7776-4838-B8A3-337282F02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08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909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3800"/>
            <a:ext cx="12192000" cy="7208930"/>
          </a:xfrm>
          <a:prstGeom prst="rect">
            <a:avLst/>
          </a:prstGeom>
          <a:solidFill>
            <a:srgbClr val="006E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435792"/>
            <a:ext cx="12192000" cy="8148638"/>
            <a:chOff x="1023087" y="-502467"/>
            <a:chExt cx="6588268" cy="8148638"/>
          </a:xfrm>
          <a:solidFill>
            <a:srgbClr val="005A9B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87527504-C6EB-0652-1B60-39644D9FC14B}"/>
              </a:ext>
            </a:extLst>
          </p:cNvPr>
          <p:cNvSpPr txBox="1"/>
          <p:nvPr/>
        </p:nvSpPr>
        <p:spPr>
          <a:xfrm>
            <a:off x="3019425" y="1286268"/>
            <a:ext cx="6153150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keep two need give book say day old lot way you job big get eye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old get big need you day two way say give lot eye book keep job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eye give lot book day keep two say get job old way you need big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big give two way keep say job book lot old you need get eye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two get you day way keep eye need give old big say lot job book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get lot two say book eye job big old way give you keep need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way eye two say lot keep big book give you need job get day old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big say old keep job need day two you book lot way get give eye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job get big way lot two book eye say keep give you old need day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get two job you book way day say eye need lot old big keep give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big book lot old two way give say get you job eye need day keep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lot keep job say need big day two give eye you get old book way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you eye get day big two old need job way keep give lot say book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eye lot big give get book two keep old job need say you way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job need get you eye book old day lot say way big give keep two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38736"/>
      </p:ext>
    </p:extLst>
  </p:cSld>
  <p:clrMapOvr>
    <a:masterClrMapping/>
  </p:clrMapOvr>
  <p:transition advTm="60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0286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1397"/>
            <a:ext cx="12192000" cy="7208930"/>
          </a:xfrm>
          <a:prstGeom prst="rect">
            <a:avLst/>
          </a:prstGeom>
          <a:solidFill>
            <a:srgbClr val="A300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2000" cy="8148638"/>
            <a:chOff x="1023087" y="-502467"/>
            <a:chExt cx="6588268" cy="8148638"/>
          </a:xfrm>
          <a:solidFill>
            <a:srgbClr val="7E00AD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1277CA1-0A47-A89F-8A57-95C69F03176A}"/>
              </a:ext>
            </a:extLst>
          </p:cNvPr>
          <p:cNvSpPr txBox="1"/>
          <p:nvPr/>
        </p:nvSpPr>
        <p:spPr>
          <a:xfrm>
            <a:off x="3019044" y="1305342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man our run but the and own who may all can how new him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all run who own him man can how new but may the our now and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him own our how man run now and can may all but new the who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own new the and run him but can man all our who how now may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and new may him but all own how our who man run can the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our own and who new now him all but may can run how the man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own who the and run may man him all our how can new now but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the may new now man run but all own him our and how can who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how all can may run new own now him and man who our but the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all now but the our how and new own him who may man can run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the how who can now may man but new and all our own run him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can but our own and all now new the run may him who how man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him may and our new who all can man how now but the run own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run now but all may new can and how man the own him our who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how the may but and new who own run man him our all can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69555"/>
      </p:ext>
    </p:extLst>
  </p:cSld>
  <p:clrMapOvr>
    <a:masterClrMapping/>
  </p:clrMapOvr>
  <p:transition advTm="60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87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1397"/>
            <a:ext cx="12191999" cy="7208930"/>
          </a:xfrm>
          <a:prstGeom prst="rect">
            <a:avLst/>
          </a:prstGeom>
          <a:solidFill>
            <a:srgbClr val="B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2000" cy="8148638"/>
            <a:chOff x="1023087" y="-502467"/>
            <a:chExt cx="6588268" cy="8148638"/>
          </a:xfrm>
          <a:solidFill>
            <a:srgbClr val="007400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1277CA1-0A47-A89F-8A57-95C69F03176A}"/>
              </a:ext>
            </a:extLst>
          </p:cNvPr>
          <p:cNvSpPr txBox="1"/>
          <p:nvPr/>
        </p:nvSpPr>
        <p:spPr>
          <a:xfrm>
            <a:off x="3019044" y="1305342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lot say give book job need eye keep way old big you get day two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you two give keep get say need lot big way old eye job book day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lot keep eye old give job say way need two day book big get you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keep book you job get two eye lot need day old big say give way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book say old big keep day need you get eye job lot way give two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give eye keep you book say way day old need get two big job lot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get keep two way need job big day say eye book you lot old give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lot give big book way keep job need say get you old two day eye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way you get keep eye lot big need day say give book job two old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job way old need two lot keep big day give book say you eye get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eye old two you day way keep job give need book big get say lot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big keep day need you job say book old way lot two give eye get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eye day two get way say need lot job keep give book big old you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two keep big get job old need say book way you lot give eye day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eye lot day give job way big you say book keep old need two get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188965"/>
      </p:ext>
    </p:extLst>
  </p:cSld>
  <p:clrMapOvr>
    <a:masterClrMapping/>
  </p:clrMapOvr>
  <p:transition advTm="60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31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1397"/>
            <a:ext cx="12191999" cy="7208930"/>
          </a:xfrm>
          <a:prstGeom prst="rect">
            <a:avLst/>
          </a:prstGeom>
          <a:solidFill>
            <a:srgbClr val="900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2000" cy="8148638"/>
            <a:chOff x="1023087" y="-502467"/>
            <a:chExt cx="6588268" cy="8148638"/>
          </a:xfrm>
          <a:solidFill>
            <a:srgbClr val="8500AD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1277CA1-0A47-A89F-8A57-95C69F03176A}"/>
              </a:ext>
            </a:extLst>
          </p:cNvPr>
          <p:cNvSpPr txBox="1"/>
          <p:nvPr/>
        </p:nvSpPr>
        <p:spPr>
          <a:xfrm>
            <a:off x="3019043" y="1219593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new may him who own can the all now man run but and how our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all but man may how now new can the our who and him own run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the now him man own how who may our new run can and but all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can who new own and but now how all our the may man him run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man our and now but him how the new may all run can own who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all the may and now man run how can our but new who him own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who him how run man now can may new but and own the our all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how man and may our but own all can now him new who the run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who how him can own run now may but man new and our all the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and may who new own all can our run the him how man but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who now and own the can how our run him may man new but all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new man but our may run can how all own now who the him and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run own the and all man now can who but him how may new our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and but him how own now can may man all who the our run new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how may the all our and but own man new him who run can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52205"/>
      </p:ext>
    </p:extLst>
  </p:cSld>
  <p:clrMapOvr>
    <a:masterClrMapping/>
  </p:clrMapOvr>
  <p:transition advTm="60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4472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1397"/>
            <a:ext cx="12191999" cy="7208930"/>
          </a:xfrm>
          <a:prstGeom prst="rect">
            <a:avLst/>
          </a:prstGeom>
          <a:solidFill>
            <a:srgbClr val="004B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2000" cy="8148638"/>
            <a:chOff x="1023087" y="-502467"/>
            <a:chExt cx="6588268" cy="8148638"/>
          </a:xfrm>
          <a:solidFill>
            <a:srgbClr val="007349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1277CA1-0A47-A89F-8A57-95C69F03176A}"/>
              </a:ext>
            </a:extLst>
          </p:cNvPr>
          <p:cNvSpPr txBox="1"/>
          <p:nvPr/>
        </p:nvSpPr>
        <p:spPr>
          <a:xfrm>
            <a:off x="3019044" y="1305342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keep two need give book say day old lot way you job big get eye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old get big need you day two way say give lot eye book keep job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eye give lot book day keep two say get job old way you need big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big give two way keep say job book lot old you need get eye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two get you day way keep eye need give old big say lot job book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get lot two say book eye job big old way give you keep need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way eye two say lot keep big book give you need job get day old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big say old keep job need day two you book lot way get give eye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job get big way lot two book eye say keep give you old need day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get two job you book way day say eye need lot old big keep give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big book lot old two way give say get you job eye need day keep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lot keep job say need big day two give eye you get old book way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you eye get day big two old need job way keep give lot say book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eye lot big give get book two keep old job need say you way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job need get you eye book old day lot say way big give keep two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553400"/>
      </p:ext>
    </p:extLst>
  </p:cSld>
  <p:clrMapOvr>
    <a:masterClrMapping/>
  </p:clrMapOvr>
  <p:transition advTm="60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0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1397"/>
            <a:ext cx="12191999" cy="7208930"/>
          </a:xfrm>
          <a:prstGeom prst="rect">
            <a:avLst/>
          </a:prstGeom>
          <a:solidFill>
            <a:srgbClr val="536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2000" cy="8148638"/>
            <a:chOff x="1023087" y="-502467"/>
            <a:chExt cx="6588268" cy="8148638"/>
          </a:xfrm>
          <a:solidFill>
            <a:srgbClr val="AE3300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1277CA1-0A47-A89F-8A57-95C69F03176A}"/>
              </a:ext>
            </a:extLst>
          </p:cNvPr>
          <p:cNvSpPr txBox="1"/>
          <p:nvPr/>
        </p:nvSpPr>
        <p:spPr>
          <a:xfrm>
            <a:off x="3019043" y="1219593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you lot day get eye need give way old say big job two book keep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old give job get big way say you lot keep eye need book day two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job eye need two you book keep give way lot old day get big say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give you lot need job day eye say old two get keep big book way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two day you eye say job way old keep give big book lot need get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book old two get big give eye keep job you need say lot way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get big eye need keep give say lot way two job book day old you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lot two day eye big you say way get old keep book need give job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book need lot keep you two big say get way job give eye old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you book day old way say big give need lot two eye keep job get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you give need lot book big keep get say job eye old two way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give eye day two job way keep lot say big get old book need you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two book big day get way keep old eye say give job need you lot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old way keep day give big two job eye lot get say need book you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say job book need day give lot eye get you big old two keep way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208022"/>
      </p:ext>
    </p:extLst>
  </p:cSld>
  <p:clrMapOvr>
    <a:masterClrMapping/>
  </p:clrMapOvr>
  <p:transition advTm="60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67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1397"/>
            <a:ext cx="12191999" cy="7208930"/>
          </a:xfrm>
          <a:prstGeom prst="rect">
            <a:avLst/>
          </a:prstGeom>
          <a:solidFill>
            <a:srgbClr val="005A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2000" cy="8148638"/>
            <a:chOff x="1023087" y="-502467"/>
            <a:chExt cx="6588268" cy="8148638"/>
          </a:xfrm>
          <a:solidFill>
            <a:srgbClr val="006E5C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1277CA1-0A47-A89F-8A57-95C69F03176A}"/>
              </a:ext>
            </a:extLst>
          </p:cNvPr>
          <p:cNvSpPr txBox="1"/>
          <p:nvPr/>
        </p:nvSpPr>
        <p:spPr>
          <a:xfrm>
            <a:off x="3019043" y="1219593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man our run but the and own who may all can how new him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all run who own him man can how new but may the our now and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him own our how man run now and can may all but new the who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own new the and run him but can man all our who how now may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and new may him but all own how our who man run can the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our own and who new now him all but may can run how the man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own who the and run may man him all our how can new now but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the may new now man run but all own him our and how can who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how all can may run new own now him and man who our but the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all now but the our how and new own him who may man can run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the how who can now may man but new and all our own run him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can but our own and all now new the run may him who how man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him may and our new who all can man how now but the run own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run now but all may new can and how man the own him our who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how the may but and new who own run man him our all can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436733"/>
      </p:ext>
    </p:extLst>
  </p:cSld>
  <p:clrMapOvr>
    <a:masterClrMapping/>
  </p:clrMapOvr>
  <p:transition advTm="60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009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1397"/>
            <a:ext cx="12191999" cy="7208930"/>
          </a:xfrm>
          <a:prstGeom prst="rect">
            <a:avLst/>
          </a:prstGeom>
          <a:solidFill>
            <a:srgbClr val="785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1999" cy="8148638"/>
            <a:chOff x="1023087" y="-502467"/>
            <a:chExt cx="6588268" cy="8148638"/>
          </a:xfrm>
          <a:solidFill>
            <a:srgbClr val="935000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1277CA1-0A47-A89F-8A57-95C69F03176A}"/>
              </a:ext>
            </a:extLst>
          </p:cNvPr>
          <p:cNvSpPr txBox="1"/>
          <p:nvPr/>
        </p:nvSpPr>
        <p:spPr>
          <a:xfrm>
            <a:off x="3019043" y="1219593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you lot day get eye need give way old say big job two book keep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old give job get big way say you lot keep eye need book day two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job eye need two you book keep give way lot old day get big say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give you lot need job day eye say old two get keep big book way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two day you eye say job way old keep give big book lot need get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book old two get big give eye keep job you need say lot way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get big eye need keep give say lot way two job book day old you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lot two day eye big you say way get old keep book need give job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book need lot keep you two big say get way job give eye old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you book day old way say big give need lot two eye keep job get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you give need lot book big keep get say job eye old two way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give eye day two job way keep lot say big get old book need you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two book big day get way keep old eye say give job need you lot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old way keep day give big two job eye lot get say need book you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say job book need day give lot eye get you big old two keep way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992374"/>
      </p:ext>
    </p:extLst>
  </p:cSld>
  <p:clrMapOvr>
    <a:masterClrMapping/>
  </p:clrMapOvr>
  <p:transition advTm="6000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9932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-91397"/>
            <a:ext cx="12192000" cy="7208930"/>
          </a:xfrm>
          <a:prstGeom prst="rect">
            <a:avLst/>
          </a:prstGeom>
          <a:solidFill>
            <a:srgbClr val="0000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1999" cy="8148638"/>
            <a:chOff x="1023087" y="-502467"/>
            <a:chExt cx="6588268" cy="8148638"/>
          </a:xfrm>
          <a:solidFill>
            <a:srgbClr val="B40000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1277CA1-0A47-A89F-8A57-95C69F03176A}"/>
              </a:ext>
            </a:extLst>
          </p:cNvPr>
          <p:cNvSpPr txBox="1"/>
          <p:nvPr/>
        </p:nvSpPr>
        <p:spPr>
          <a:xfrm>
            <a:off x="3019043" y="1219593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can may how him but our new and run the man own now who all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own but him the can now and all how who our man run new may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our who new run the may man but can him and how all own now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the new all man and run can own now who him but may our how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who our may run new him and but can own all now how the man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run new now may but man own can how him and our the who all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but how the our and may all own who now can run man new him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may him all the can how who our now new but and run own man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how can may new all the and now run man our own who him but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man may own how can new who him now the all but and run our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all own but our run may the now man and who new how can him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man can him the and new how our now who but all own may run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our the and run may how who him can but all man now own new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him now man may who own the can all our run new how and but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new the own him who all but and how may our run can man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44164"/>
      </p:ext>
    </p:extLst>
  </p:cSld>
  <p:clrMapOvr>
    <a:masterClrMapping/>
  </p:clrMapOvr>
  <p:transition advTm="6000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181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1397"/>
            <a:ext cx="12191999" cy="7208930"/>
          </a:xfrm>
          <a:prstGeom prst="rect">
            <a:avLst/>
          </a:prstGeom>
          <a:solidFill>
            <a:srgbClr val="9A5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1999" cy="8148638"/>
            <a:chOff x="1023087" y="-502467"/>
            <a:chExt cx="6588268" cy="8148638"/>
          </a:xfrm>
          <a:solidFill>
            <a:srgbClr val="716500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1277CA1-0A47-A89F-8A57-95C69F03176A}"/>
              </a:ext>
            </a:extLst>
          </p:cNvPr>
          <p:cNvSpPr txBox="1"/>
          <p:nvPr/>
        </p:nvSpPr>
        <p:spPr>
          <a:xfrm>
            <a:off x="3019043" y="1219593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lot say give book job need eye keep way old big you get day two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you two give keep get say need lot big way old eye job book day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lot keep eye old give job say way need two day book big get you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keep book you job get two eye lot need day old big say give way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book say old big keep day need you get eye job lot way give two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give eye keep you book say way day old need get two big job lot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get keep two way need job big day say eye book you lot old give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lot give big book way keep job need say get you old two day eye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way you get keep eye lot big need day say give book job two old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job way old need two lot keep big day give book say you eye get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eye old two you day way keep job give need book big get say lot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big keep day need you job say book old way lot two give eye get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eye day two get way say need lot job keep give book big old you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two keep big get job old need say book way you lot give eye day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eye lot day give job way big you say book keep old need two get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764290"/>
      </p:ext>
    </p:extLst>
  </p:cSld>
  <p:clrMapOvr>
    <a:masterClrMapping/>
  </p:clrMapOvr>
  <p:transition advTm="6000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495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1397"/>
            <a:ext cx="12191999" cy="7208930"/>
          </a:xfrm>
          <a:prstGeom prst="rect">
            <a:avLst/>
          </a:prstGeom>
          <a:solidFill>
            <a:srgbClr val="0000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2000" cy="8148638"/>
            <a:chOff x="1023087" y="-502467"/>
            <a:chExt cx="6588268" cy="8148638"/>
          </a:xfrm>
          <a:solidFill>
            <a:srgbClr val="007400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1277CA1-0A47-A89F-8A57-95C69F03176A}"/>
              </a:ext>
            </a:extLst>
          </p:cNvPr>
          <p:cNvSpPr txBox="1"/>
          <p:nvPr/>
        </p:nvSpPr>
        <p:spPr>
          <a:xfrm>
            <a:off x="3019043" y="1219593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keep two need give book say day old lot way you job big get eye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old get big need you day two way say give lot eye book keep job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eye give lot book day keep two say get job old way you need big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big give two way keep say job book lot old you need get eye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two get you day way keep eye need give old big say lot job book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get lot two say book eye job big old way give you keep need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way eye two say lot keep big book give you need job get day old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big say old keep job need day two you book lot way get give eye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job get big way lot two book eye say keep give you old need day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get two job you book way day say eye need lot old big keep give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big book lot old two way give say get you job eye need day keep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lot keep job say need big day two give eye you get old book way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you eye get day big two old need job way keep give lot say book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eye lot big give get book two keep old job need say you way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job need get you eye book old day lot say way big give keep two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077016"/>
      </p:ext>
    </p:extLst>
  </p:cSld>
  <p:clrMapOvr>
    <a:masterClrMapping/>
  </p:clrMapOvr>
  <p:transition advTm="6000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367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-91397"/>
            <a:ext cx="12192000" cy="7208930"/>
          </a:xfrm>
          <a:prstGeom prst="rect">
            <a:avLst/>
          </a:prstGeom>
          <a:solidFill>
            <a:srgbClr val="AA00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1999" cy="8148638"/>
            <a:chOff x="1023087" y="-502467"/>
            <a:chExt cx="6588268" cy="8148638"/>
          </a:xfrm>
          <a:solidFill>
            <a:srgbClr val="7300B9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1277CA1-0A47-A89F-8A57-95C69F03176A}"/>
              </a:ext>
            </a:extLst>
          </p:cNvPr>
          <p:cNvSpPr txBox="1"/>
          <p:nvPr/>
        </p:nvSpPr>
        <p:spPr>
          <a:xfrm>
            <a:off x="3019043" y="1219593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man our run but the and own who may all can how new him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all run who own him man can how new but may the our now and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him own our how man run now and can may all but new the who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own new the and run him but can man all our who how now may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and new may him but all own how our who man run can the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our own and who new now him all but may can run how the man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own who the and run may man him all our how can new now but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the may new now man run but all own him our and how can who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how all can may run new own now him and man who our but the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all now but the our how and new own him who may man can run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the how who can now may man but new and all our own run him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can but our own and all now new the run may him who how man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him may and our new who all can man how now but the run own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run now but all may new can and how man the own him our who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how the may but and new who own run man him our all can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102523"/>
      </p:ext>
    </p:extLst>
  </p:cSld>
  <p:clrMapOvr>
    <a:masterClrMapping/>
  </p:clrMapOvr>
  <p:transition advTm="6000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515C20-ABAD-55E7-C569-6C1DF1DBD284}"/>
              </a:ext>
            </a:extLst>
          </p:cNvPr>
          <p:cNvSpPr txBox="1"/>
          <p:nvPr/>
        </p:nvSpPr>
        <p:spPr>
          <a:xfrm>
            <a:off x="1816270" y="2459504"/>
            <a:ext cx="855945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Take a Break</a:t>
            </a:r>
          </a:p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pPr algn="ctr"/>
            <a:r>
              <a:rPr lang="en-US" sz="4000" dirty="0">
                <a:solidFill>
                  <a:schemeClr val="bg1"/>
                </a:solidFill>
              </a:rPr>
              <a:t>Press Spacebar When Ready to continue</a:t>
            </a:r>
          </a:p>
        </p:txBody>
      </p:sp>
    </p:spTree>
    <p:extLst>
      <p:ext uri="{BB962C8B-B14F-4D97-AF65-F5344CB8AC3E}">
        <p14:creationId xmlns:p14="http://schemas.microsoft.com/office/powerpoint/2010/main" val="3904852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1397"/>
            <a:ext cx="12191999" cy="7208930"/>
          </a:xfrm>
          <a:prstGeom prst="rect">
            <a:avLst/>
          </a:prstGeom>
          <a:solidFill>
            <a:srgbClr val="935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2000" cy="8148638"/>
            <a:chOff x="1023087" y="-502467"/>
            <a:chExt cx="6588268" cy="8148638"/>
          </a:xfrm>
          <a:solidFill>
            <a:srgbClr val="785E00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1277CA1-0A47-A89F-8A57-95C69F03176A}"/>
              </a:ext>
            </a:extLst>
          </p:cNvPr>
          <p:cNvSpPr txBox="1"/>
          <p:nvPr/>
        </p:nvSpPr>
        <p:spPr>
          <a:xfrm>
            <a:off x="3019043" y="1219593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new may him who own can the all now man run but and how our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all but man may how now new can the our who and him own run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the now him man own how who may our new run can and but all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can who new own and but now how all our the may man him run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man our and now but him how the new may all run can own who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all the may and now man run how can our but new who him own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who him how run man now can may new but and own the our all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how man and may our but own all can now him new who the run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who how him can own run now may but man new and our all the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and may who new own all can our run the him how man but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who now and own the can how our run him may man new but all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new man but our may run can how all own now who the him and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run own the and all man now can who but him how may new our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and but him how own now can may man all who the our run new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how may the all our and but own man new him who run can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931938"/>
      </p:ext>
    </p:extLst>
  </p:cSld>
  <p:clrMapOvr>
    <a:masterClrMapping/>
  </p:clrMapOvr>
  <p:transition advTm="6000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270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1397"/>
            <a:ext cx="12191999" cy="7208930"/>
          </a:xfrm>
          <a:prstGeom prst="rect">
            <a:avLst/>
          </a:prstGeom>
          <a:solidFill>
            <a:srgbClr val="B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1999" cy="8148638"/>
            <a:chOff x="1023087" y="-502467"/>
            <a:chExt cx="6588268" cy="8148638"/>
          </a:xfrm>
          <a:solidFill>
            <a:srgbClr val="0000D7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1277CA1-0A47-A89F-8A57-95C69F03176A}"/>
              </a:ext>
            </a:extLst>
          </p:cNvPr>
          <p:cNvSpPr txBox="1"/>
          <p:nvPr/>
        </p:nvSpPr>
        <p:spPr>
          <a:xfrm>
            <a:off x="3019043" y="1219593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you lot day get eye need give way old say big job two book keep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old give job get big way say you lot keep eye need book day two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job eye need two you book keep give way lot old day get big say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give you lot need job day eye say old two get keep big book way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two day you eye say job way old keep give big book lot need get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book old two get big give eye keep job you need say lot way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get big eye need keep give say lot way two job book day old you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lot two day eye big you say way get old keep book need give job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book need lot keep you two big say get way job give eye old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you book day old way say big give need lot two eye keep job get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you give need lot book big keep get say job eye old two way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give eye day two job way keep lot say big get old book need you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two book big day get way keep old eye say give job need you lot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old way keep day give big two job eye lot get say need book you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say job book need day give lot eye get you big old two keep way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859008"/>
      </p:ext>
    </p:extLst>
  </p:cSld>
  <p:clrMapOvr>
    <a:masterClrMapping/>
  </p:clrMapOvr>
  <p:transition advTm="6000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412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1397"/>
            <a:ext cx="12191999" cy="7208930"/>
          </a:xfrm>
          <a:prstGeom prst="rect">
            <a:avLst/>
          </a:prstGeom>
          <a:solidFill>
            <a:srgbClr val="006C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1999" cy="8148638"/>
            <a:chOff x="1023087" y="-502467"/>
            <a:chExt cx="6588268" cy="8148638"/>
          </a:xfrm>
          <a:solidFill>
            <a:srgbClr val="006881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1277CA1-0A47-A89F-8A57-95C69F03176A}"/>
              </a:ext>
            </a:extLst>
          </p:cNvPr>
          <p:cNvSpPr txBox="1"/>
          <p:nvPr/>
        </p:nvSpPr>
        <p:spPr>
          <a:xfrm>
            <a:off x="3019043" y="1219593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can may how him but our new and run the man own now who all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own but him the can now and all how who our man run new may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our who new run the may man but can him and how all own now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the new all man and run can own now who him but may our how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who our may run new him and but can own all now how the man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run new now may but man own can how him and our the who all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but how the our and may all own who now can run man new him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may him all the can how who our now new but and run own man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how can may new all the and now run man our own who him but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man may own how can new who him now the all but and run our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all own but our run may the now man and who new how can him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man can him the and new how our now who but all own may run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our the and run may how who him can but all man now own new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him now man may who own the can all our run new how and but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new the own him who all but and how may our run can man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884256"/>
      </p:ext>
    </p:extLst>
  </p:cSld>
  <p:clrMapOvr>
    <a:masterClrMapping/>
  </p:clrMapOvr>
  <p:transition advTm="6000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011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-91397"/>
            <a:ext cx="12191998" cy="7208930"/>
          </a:xfrm>
          <a:prstGeom prst="rect">
            <a:avLst/>
          </a:prstGeom>
          <a:solidFill>
            <a:srgbClr val="900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2000" cy="8148638"/>
            <a:chOff x="1023087" y="-502467"/>
            <a:chExt cx="6588268" cy="8148638"/>
          </a:xfrm>
          <a:solidFill>
            <a:srgbClr val="8500AD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1277CA1-0A47-A89F-8A57-95C69F03176A}"/>
              </a:ext>
            </a:extLst>
          </p:cNvPr>
          <p:cNvSpPr txBox="1"/>
          <p:nvPr/>
        </p:nvSpPr>
        <p:spPr>
          <a:xfrm>
            <a:off x="3019043" y="1219593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lot say give book job need eye keep way old big you get day two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you two give keep get say need lot big way old eye job book day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lot keep eye old give job say way need two day book big get you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keep book you job get two eye lot need day old big say give way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book say old big keep day need you get eye job lot way give two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give eye keep you book say way day old need get two big job lot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get keep two way need job big day say eye book you lot old give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lot give big book way keep job need say get you old two day eye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way you get keep eye lot big need day say give book job two old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job way old need two lot keep big day give book say you eye get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eye old two you day way keep job give need book big get say lot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big keep day need you job say book old way lot two give eye get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eye day two get way say need lot job keep give book big old you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two keep big get job old need say book way you lot give eye day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eye lot day give job way big you say book keep old need two get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501138"/>
      </p:ext>
    </p:extLst>
  </p:cSld>
  <p:clrMapOvr>
    <a:masterClrMapping/>
  </p:clrMapOvr>
  <p:transition advTm="60000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81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-91397"/>
            <a:ext cx="12192000" cy="7208930"/>
          </a:xfrm>
          <a:prstGeom prst="rect">
            <a:avLst/>
          </a:prstGeom>
          <a:solidFill>
            <a:srgbClr val="9A5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2000" cy="8148638"/>
            <a:chOff x="1023087" y="-502467"/>
            <a:chExt cx="6588268" cy="8148638"/>
          </a:xfrm>
          <a:solidFill>
            <a:srgbClr val="716500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1277CA1-0A47-A89F-8A57-95C69F03176A}"/>
              </a:ext>
            </a:extLst>
          </p:cNvPr>
          <p:cNvSpPr txBox="1"/>
          <p:nvPr/>
        </p:nvSpPr>
        <p:spPr>
          <a:xfrm>
            <a:off x="3019043" y="1219593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man our run but the and own who may all can how new him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all run who own him man can how new but may the our now and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him own our how man run now and can may all but new the who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own new the and run him but can man all our who how now may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and new may him but all own how our who man run can the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our own and who new now him all but may can run how the man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own who the and run may man him all our how can new now but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the may new now man run but all own him our and how can who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how all can may run new own now him and man who our but the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all now but the our how and new own him who may man can run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the how who can now may man but new and all our own run him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can but our own and all now new the run may him who how man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him may and our new who all can man how now but the run own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run now but all may new can and how man the own him our who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how the may but and new who own run man him our all can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482915"/>
      </p:ext>
    </p:extLst>
  </p:cSld>
  <p:clrMapOvr>
    <a:masterClrMapping/>
  </p:clrMapOvr>
  <p:transition advTm="6000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046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1397"/>
            <a:ext cx="12191999" cy="7208930"/>
          </a:xfrm>
          <a:prstGeom prst="rect">
            <a:avLst/>
          </a:prstGeom>
          <a:solidFill>
            <a:srgbClr val="0000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1999" cy="8148638"/>
            <a:chOff x="1023087" y="-502467"/>
            <a:chExt cx="6588268" cy="8148638"/>
          </a:xfrm>
          <a:solidFill>
            <a:srgbClr val="007400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1277CA1-0A47-A89F-8A57-95C69F03176A}"/>
              </a:ext>
            </a:extLst>
          </p:cNvPr>
          <p:cNvSpPr txBox="1"/>
          <p:nvPr/>
        </p:nvSpPr>
        <p:spPr>
          <a:xfrm>
            <a:off x="3019043" y="1219593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can may how him but our new and run the man own now who all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own but him the can now and all how who our man run new may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our who new run the may man but can him and how all own now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the new all man and run can own now who him but may our how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who our may run new him and but can own all now how the man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run new now may but man own can how him and our the who all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but how the our and may all own who now can run man new him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may him all the can how who our now new but and run own man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how can may new all the and now run man our own who him but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man may own how can new who him now the all but and run our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all own but our run may the now man and who new how can him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man can him the and new how our now who but all own may run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our the and run may how who him can but all man now own new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him now man may who own the can all our run new how and but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new the own him who all but and how may our run can man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985948"/>
      </p:ext>
    </p:extLst>
  </p:cSld>
  <p:clrMapOvr>
    <a:masterClrMapping/>
  </p:clrMapOvr>
  <p:transition advTm="6000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4078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-91397"/>
            <a:ext cx="12191998" cy="7208930"/>
          </a:xfrm>
          <a:prstGeom prst="rect">
            <a:avLst/>
          </a:prstGeom>
          <a:solidFill>
            <a:srgbClr val="A300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1999" cy="8148638"/>
            <a:chOff x="1023087" y="-502467"/>
            <a:chExt cx="6588268" cy="8148638"/>
          </a:xfrm>
          <a:solidFill>
            <a:srgbClr val="7E00AD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1277CA1-0A47-A89F-8A57-95C69F03176A}"/>
              </a:ext>
            </a:extLst>
          </p:cNvPr>
          <p:cNvSpPr txBox="1"/>
          <p:nvPr/>
        </p:nvSpPr>
        <p:spPr>
          <a:xfrm>
            <a:off x="3019043" y="1219593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keep two need give book say day old lot way you job big get eye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old get big need you day two way say give lot eye book keep job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eye give lot book day keep two say get job old way you need big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big give two way keep say job book lot old you need get eye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two get you day way keep eye need give old big say lot job book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get lot two say book eye job big old way give you keep need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way eye two say lot keep big book give you need job get day old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big say old keep job need day two you book lot way get give eye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job get big way lot two book eye say keep give you old need day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get two job you book way day say eye need lot old big keep give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big book lot old two way give say get you job eye need day keep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lot keep job say need big day two give eye you get old book way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you eye get day big two old need job way keep give lot say book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eye lot big give get book two keep old job need say you way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job need get you eye book old day lot say way big give keep two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993072"/>
      </p:ext>
    </p:extLst>
  </p:cSld>
  <p:clrMapOvr>
    <a:masterClrMapping/>
  </p:clrMapOvr>
  <p:transition advTm="60000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61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1397"/>
            <a:ext cx="12191999" cy="7208930"/>
          </a:xfrm>
          <a:prstGeom prst="rect">
            <a:avLst/>
          </a:prstGeom>
          <a:solidFill>
            <a:srgbClr val="0068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1999" cy="8148638"/>
            <a:chOff x="1023087" y="-502467"/>
            <a:chExt cx="6588268" cy="8148638"/>
          </a:xfrm>
          <a:solidFill>
            <a:srgbClr val="006C75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1277CA1-0A47-A89F-8A57-95C69F03176A}"/>
              </a:ext>
            </a:extLst>
          </p:cNvPr>
          <p:cNvSpPr txBox="1"/>
          <p:nvPr/>
        </p:nvSpPr>
        <p:spPr>
          <a:xfrm>
            <a:off x="3019043" y="1219593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lot say give book job need eye keep way old big you get day two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you two give keep get say need lot big way old eye job book day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lot keep eye old give job say way need two day book big get you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keep book you job get two eye lot need day old big say give way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book say old big keep day need you get eye job lot way give two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give eye keep you book say way day old need get two big job lot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get keep two way need job big day say eye book you lot old give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lot give big book way keep job need say get you old two day eye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way you get keep eye lot big need day say give book job two old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job way old need two lot keep big day give book say you eye get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eye old two you day way keep job give need book big get say lot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big keep day need you job say book old way lot two give eye get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eye day two get way say need lot job keep give book big old you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two keep big get job old need say book way you lot give eye day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eye lot day give job way big you say book keep old need two get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978734"/>
      </p:ext>
    </p:extLst>
  </p:cSld>
  <p:clrMapOvr>
    <a:masterClrMapping/>
  </p:clrMapOvr>
  <p:transition advTm="60000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0894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-91397"/>
            <a:ext cx="12191998" cy="7208930"/>
          </a:xfrm>
          <a:prstGeom prst="rect">
            <a:avLst/>
          </a:prstGeom>
          <a:solidFill>
            <a:srgbClr val="536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2000" cy="8148638"/>
            <a:chOff x="1023087" y="-502467"/>
            <a:chExt cx="6588268" cy="8148638"/>
          </a:xfrm>
          <a:solidFill>
            <a:srgbClr val="AE3300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1277CA1-0A47-A89F-8A57-95C69F03176A}"/>
              </a:ext>
            </a:extLst>
          </p:cNvPr>
          <p:cNvSpPr txBox="1"/>
          <p:nvPr/>
        </p:nvSpPr>
        <p:spPr>
          <a:xfrm>
            <a:off x="3019043" y="1219593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new may him who own can the all now man run but and how our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all but man may how now new can the our who and him own run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the now him man own how who may our new run can and but all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can who new own and but now how all our the may man him run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man our and now but him how the new may all run can own who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all the may and now man run how can our but new who him own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who him how run man now can may new but and own the our all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how man and may our but own all can now him new who the run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who how him can own run now may but man new and our all the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and may who new own all can our run the him how man but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who now and own the can how our run him may man new but all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new man but our may run can how all own now who the him and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run own the and all man now can who but him how may new our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and but him how own now can may man all who the our run new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how may the all our and but own man new him who run can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137542"/>
      </p:ext>
    </p:extLst>
  </p:cSld>
  <p:clrMapOvr>
    <a:masterClrMapping/>
  </p:clrMapOvr>
  <p:transition advTm="60000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577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1397"/>
            <a:ext cx="12191999" cy="7208930"/>
          </a:xfrm>
          <a:prstGeom prst="rect">
            <a:avLst/>
          </a:prstGeom>
          <a:solidFill>
            <a:srgbClr val="004B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2000" cy="8148638"/>
            <a:chOff x="1023087" y="-502467"/>
            <a:chExt cx="6588268" cy="8148638"/>
          </a:xfrm>
          <a:solidFill>
            <a:srgbClr val="007349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1AF97CB7-11E1-0FB5-8990-1426FCC92724}"/>
              </a:ext>
            </a:extLst>
          </p:cNvPr>
          <p:cNvSpPr txBox="1"/>
          <p:nvPr/>
        </p:nvSpPr>
        <p:spPr>
          <a:xfrm>
            <a:off x="3019044" y="1199666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can may how him but our new and run the man own now who all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own but him the can now and all how who our man run new may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our who new run the may man but can him and how all own now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the new all man and run can own now who him but may our how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who our may run new him and but can own all now how the man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run new now may but man own can how him and our the who all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but how the our and may all own who now can run man new him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may him all the can how who our now new but and run own man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how can may new all the and now run man our own who him but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man may own how can new who him now the all but and run our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all own but our run may the now man and who new how can him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man can him the and new how our now who but all own may run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our the and run may how who him can but all man now own new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him now man may who own the can all our run new how and but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new the own him who all but and how may our run can man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261616"/>
      </p:ext>
    </p:extLst>
  </p:cSld>
  <p:clrMapOvr>
    <a:masterClrMapping/>
  </p:clrMapOvr>
  <p:transition advTm="60000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709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-91397"/>
            <a:ext cx="12191998" cy="7208930"/>
          </a:xfrm>
          <a:prstGeom prst="rect">
            <a:avLst/>
          </a:prstGeom>
          <a:solidFill>
            <a:srgbClr val="7300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1999" cy="8148638"/>
            <a:chOff x="1023087" y="-502467"/>
            <a:chExt cx="6588268" cy="8148638"/>
          </a:xfrm>
          <a:solidFill>
            <a:srgbClr val="AA0064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1277CA1-0A47-A89F-8A57-95C69F03176A}"/>
              </a:ext>
            </a:extLst>
          </p:cNvPr>
          <p:cNvSpPr txBox="1"/>
          <p:nvPr/>
        </p:nvSpPr>
        <p:spPr>
          <a:xfrm>
            <a:off x="3019043" y="1219593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you lot day get eye need give way old say big job two book keep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old give job get big way say you lot keep eye need book day two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job eye need two you book keep give way lot old day get big say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give you lot need job day eye say old two get keep big book way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two day you eye say job way old keep give big book lot need get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book old two get big give eye keep job you need say lot way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get big eye need keep give say lot way two job book day old you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lot two day eye big you say way get old keep book need give job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book need lot keep you two big say get way job give eye old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you book day old way say big give need lot two eye keep job get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day you give need lot book big keep get say job eye old two way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give eye day two job way keep lot say big get old book need you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two book big day get way keep old eye say give job need you lot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old way keep day give big two job eye lot get say need book you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say job book need day give lot eye get you big old two keep way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586389"/>
      </p:ext>
    </p:extLst>
  </p:cSld>
  <p:clrMapOvr>
    <a:masterClrMapping/>
  </p:clrMapOvr>
  <p:transition advTm="60000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12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-91397"/>
            <a:ext cx="12191998" cy="7208930"/>
          </a:xfrm>
          <a:prstGeom prst="rect">
            <a:avLst/>
          </a:prstGeom>
          <a:solidFill>
            <a:srgbClr val="007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CA2827-A84C-0174-3755-3C387A96DFB6}"/>
              </a:ext>
            </a:extLst>
          </p:cNvPr>
          <p:cNvGrpSpPr/>
          <p:nvPr/>
        </p:nvGrpSpPr>
        <p:grpSpPr>
          <a:xfrm>
            <a:off x="0" y="-502467"/>
            <a:ext cx="12191999" cy="8148638"/>
            <a:chOff x="1023087" y="-502467"/>
            <a:chExt cx="6588268" cy="8148638"/>
          </a:xfrm>
          <a:solidFill>
            <a:srgbClr val="B40000"/>
          </a:solidFill>
        </p:grpSpPr>
        <p:sp>
          <p:nvSpPr>
            <p:cNvPr id="4" name="Rectangle 3"/>
            <p:cNvSpPr/>
            <p:nvPr/>
          </p:nvSpPr>
          <p:spPr>
            <a:xfrm rot="5400000">
              <a:off x="4281502" y="-3760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/>
            <p:cNvSpPr/>
            <p:nvPr/>
          </p:nvSpPr>
          <p:spPr>
            <a:xfrm rot="5400000">
              <a:off x="4281502" y="-3608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/>
            <p:cNvSpPr/>
            <p:nvPr/>
          </p:nvSpPr>
          <p:spPr>
            <a:xfrm rot="5400000">
              <a:off x="4281502" y="-3456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 rot="5400000">
              <a:off x="4281502" y="-3303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/>
            <p:cNvSpPr/>
            <p:nvPr/>
          </p:nvSpPr>
          <p:spPr>
            <a:xfrm rot="5400000">
              <a:off x="4281502" y="-3151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/>
            <p:cNvSpPr/>
            <p:nvPr/>
          </p:nvSpPr>
          <p:spPr>
            <a:xfrm rot="5400000">
              <a:off x="4281502" y="-2998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/>
          </p:nvSpPr>
          <p:spPr>
            <a:xfrm rot="5400000">
              <a:off x="4281502" y="-2846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 rot="5400000">
              <a:off x="4281502" y="-2694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/>
            <p:cNvSpPr/>
            <p:nvPr/>
          </p:nvSpPr>
          <p:spPr>
            <a:xfrm rot="5400000">
              <a:off x="4281502" y="-2541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 rot="5400000">
              <a:off x="4281502" y="-2389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/>
            <p:cNvSpPr/>
            <p:nvPr/>
          </p:nvSpPr>
          <p:spPr>
            <a:xfrm rot="5400000">
              <a:off x="4281502" y="-2236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/>
            <p:cNvSpPr/>
            <p:nvPr/>
          </p:nvSpPr>
          <p:spPr>
            <a:xfrm rot="5400000">
              <a:off x="4281502" y="-2084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 rot="5400000">
              <a:off x="4281502" y="-1932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 rot="5400000">
              <a:off x="4281502" y="-1779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4281502" y="-1627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/>
            <p:cNvSpPr/>
            <p:nvPr/>
          </p:nvSpPr>
          <p:spPr>
            <a:xfrm rot="5400000">
              <a:off x="4281502" y="-1474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4281502" y="-1322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/>
            <p:cNvSpPr/>
            <p:nvPr/>
          </p:nvSpPr>
          <p:spPr>
            <a:xfrm rot="5400000">
              <a:off x="4281502" y="-1170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/>
            <p:cNvSpPr/>
            <p:nvPr/>
          </p:nvSpPr>
          <p:spPr>
            <a:xfrm rot="5400000">
              <a:off x="4281502" y="-1017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4281502" y="-865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Rectangle 23"/>
            <p:cNvSpPr/>
            <p:nvPr/>
          </p:nvSpPr>
          <p:spPr>
            <a:xfrm rot="5400000">
              <a:off x="4281502" y="-7128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4281502" y="-5604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4281502" y="-4080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/>
            <p:cNvSpPr/>
            <p:nvPr/>
          </p:nvSpPr>
          <p:spPr>
            <a:xfrm rot="5400000">
              <a:off x="4281502" y="-2556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 rot="5400000">
              <a:off x="4281502" y="-103282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 rot="5400000">
              <a:off x="4281502" y="4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 rot="5400000">
              <a:off x="4281502" y="20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/>
            <p:cNvSpPr/>
            <p:nvPr/>
          </p:nvSpPr>
          <p:spPr>
            <a:xfrm rot="5400000">
              <a:off x="4281502" y="35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/>
            <p:cNvSpPr/>
            <p:nvPr/>
          </p:nvSpPr>
          <p:spPr>
            <a:xfrm rot="5400000">
              <a:off x="4281502" y="50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/>
            <p:cNvSpPr/>
            <p:nvPr/>
          </p:nvSpPr>
          <p:spPr>
            <a:xfrm rot="5400000">
              <a:off x="4281502" y="658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/>
            <p:cNvSpPr/>
            <p:nvPr/>
          </p:nvSpPr>
          <p:spPr>
            <a:xfrm rot="5400000">
              <a:off x="4281502" y="811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Rectangle 34"/>
            <p:cNvSpPr/>
            <p:nvPr/>
          </p:nvSpPr>
          <p:spPr>
            <a:xfrm rot="5400000">
              <a:off x="4281502" y="963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/>
            <p:cNvSpPr/>
            <p:nvPr/>
          </p:nvSpPr>
          <p:spPr>
            <a:xfrm rot="5400000">
              <a:off x="4281502" y="1115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4281502" y="1268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4281502" y="1420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4281502" y="1573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4281502" y="1725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4281502" y="1877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4281502" y="2030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4281502" y="2182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4281502" y="2335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4281502" y="2487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4281502" y="2639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4281502" y="2792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4281502" y="2944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4281502" y="3097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4281502" y="3249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4281502" y="3401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Rectangle 51"/>
            <p:cNvSpPr/>
            <p:nvPr/>
          </p:nvSpPr>
          <p:spPr>
            <a:xfrm rot="5400000">
              <a:off x="4281502" y="3554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Rectangle 52"/>
            <p:cNvSpPr/>
            <p:nvPr/>
          </p:nvSpPr>
          <p:spPr>
            <a:xfrm rot="5400000">
              <a:off x="4281502" y="37067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/>
            <p:cNvSpPr/>
            <p:nvPr/>
          </p:nvSpPr>
          <p:spPr>
            <a:xfrm rot="5400000">
              <a:off x="4281502" y="38591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 54"/>
            <p:cNvSpPr/>
            <p:nvPr/>
          </p:nvSpPr>
          <p:spPr>
            <a:xfrm rot="5400000">
              <a:off x="4281502" y="40115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/>
            <p:cNvSpPr/>
            <p:nvPr/>
          </p:nvSpPr>
          <p:spPr>
            <a:xfrm rot="5400000">
              <a:off x="4281502" y="41639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 56"/>
            <p:cNvSpPr/>
            <p:nvPr/>
          </p:nvSpPr>
          <p:spPr>
            <a:xfrm rot="5400000">
              <a:off x="4281502" y="4316318"/>
              <a:ext cx="71438" cy="65882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80164E53-028F-1588-AB4F-1D49D23D8860}"/>
              </a:ext>
            </a:extLst>
          </p:cNvPr>
          <p:cNvSpPr txBox="1"/>
          <p:nvPr/>
        </p:nvSpPr>
        <p:spPr>
          <a:xfrm>
            <a:off x="3019043" y="1219593"/>
            <a:ext cx="6153912" cy="424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new may him who own can the all now man run but and how our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all but man may how now new can the our who and him own run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the now him man own how who may our new run can and but all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can who new own and but now how all our the may man him run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man our and now but him how the new may all run can own who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all the may and now man run how can our but new who him own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who him how run man now can may new but and own the our all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how man and may our but own all can now him new who the run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who how him can own run now may but man new and our all the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and may who new own all can our run the him how man but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who now and own the can how our run him may man new but all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new man but our may run can how all own now who the him and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run own the and all man now can who but him how may new our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and but him how own now can may man all who the our run new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" panose="02020603050405020304"/>
                <a:ea typeface="MS Mincho" panose="02020609040205080304" pitchFamily="49" charset="-128"/>
                <a:cs typeface="Times New Roman" panose="02020603050405020304" pitchFamily="18" charset="0"/>
              </a:rPr>
              <a:t>now how may the all our and but own man new him who run can</a:t>
            </a:r>
            <a:endParaRPr lang="en-US" sz="1800" dirty="0">
              <a:effectLst/>
              <a:latin typeface="Open Sans" panose="020B0606030504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375199"/>
      </p:ext>
    </p:extLst>
  </p:cSld>
  <p:clrMapOvr>
    <a:masterClrMapping/>
  </p:clrMapOvr>
  <p:transition advTm="60000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2F8276-D385-5D8E-5644-BF0AE1293A2B}"/>
              </a:ext>
            </a:extLst>
          </p:cNvPr>
          <p:cNvSpPr txBox="1"/>
          <p:nvPr/>
        </p:nvSpPr>
        <p:spPr>
          <a:xfrm>
            <a:off x="2930005" y="3075057"/>
            <a:ext cx="63319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Thank you. You Have Finished</a:t>
            </a:r>
          </a:p>
        </p:txBody>
      </p:sp>
    </p:spTree>
    <p:extLst>
      <p:ext uri="{BB962C8B-B14F-4D97-AF65-F5344CB8AC3E}">
        <p14:creationId xmlns:p14="http://schemas.microsoft.com/office/powerpoint/2010/main" val="47029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5415</Words>
  <Application>Microsoft Office PowerPoint</Application>
  <PresentationFormat>Widescreen</PresentationFormat>
  <Paragraphs>364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5" baseType="lpstr">
      <vt:lpstr>Arial</vt:lpstr>
      <vt:lpstr>Calibri</vt:lpstr>
      <vt:lpstr>Calibri Light</vt:lpstr>
      <vt:lpstr>Open Sans</vt:lpstr>
      <vt:lpstr>Times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Haigh</dc:creator>
  <cp:lastModifiedBy>Sarah Haigh</cp:lastModifiedBy>
  <cp:revision>3</cp:revision>
  <dcterms:created xsi:type="dcterms:W3CDTF">2023-04-07T18:50:02Z</dcterms:created>
  <dcterms:modified xsi:type="dcterms:W3CDTF">2024-09-04T21:25:35Z</dcterms:modified>
</cp:coreProperties>
</file>